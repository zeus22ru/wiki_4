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E377E-01EE-4DFB-868A-144A9594C2A5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A0288-4F12-4F5A-B31A-FF55BB4BFD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29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A0288-4F12-4F5A-B31A-FF55BB4BFD9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18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9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83130" y="478759"/>
            <a:ext cx="804672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800" b="1">
                <a:solidFill>
                  <a:srgbClr val="25211D"/>
                </a:solidFill>
              </a:defRPr>
            </a:pPr>
            <a:r>
              <a:rPr dirty="0" err="1"/>
              <a:t>Пользовательская</a:t>
            </a:r>
            <a:r>
              <a:rPr dirty="0"/>
              <a:t> </a:t>
            </a:r>
            <a:r>
              <a:rPr dirty="0" err="1"/>
              <a:t>инструкция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28270" y="1948208"/>
            <a:ext cx="455803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0">
                <a:solidFill>
                  <a:srgbClr val="7C5A22"/>
                </a:solidFill>
              </a:defRPr>
            </a:pPr>
            <a:r>
              <a:rPr dirty="0" err="1"/>
              <a:t>БочкарИИ</a:t>
            </a:r>
            <a:r>
              <a:rPr dirty="0"/>
              <a:t>: </a:t>
            </a:r>
            <a:r>
              <a:rPr dirty="0" err="1"/>
              <a:t>работа</a:t>
            </a:r>
            <a:r>
              <a:rPr dirty="0"/>
              <a:t> с </a:t>
            </a:r>
            <a:r>
              <a:rPr dirty="0" err="1"/>
              <a:t>веб-интерфейсом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68680" y="2971800"/>
            <a:ext cx="3749039" cy="180975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32735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25211D"/>
                </a:solidFill>
              </a:defRPr>
            </a:pPr>
            <a:r>
              <a:t>Для сотрудников, которые задают вопросы базе знаний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25211D"/>
                </a:solidFill>
              </a:defRPr>
            </a:pPr>
            <a:r>
              <a:t>Для администраторов, которые обновляют документы</a:t>
            </a:r>
          </a:p>
        </p:txBody>
      </p:sp>
      <p:pic>
        <p:nvPicPr>
          <p:cNvPr id="7" name="Picture 6" descr="02-new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1465"/>
            <a:ext cx="6995160" cy="43719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868680" y="614476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0">
                <a:solidFill>
                  <a:srgbClr val="71695F"/>
                </a:solidFill>
              </a:defRPr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презентации</a:t>
            </a:r>
            <a:r>
              <a:rPr dirty="0"/>
              <a:t> </a:t>
            </a:r>
            <a:r>
              <a:rPr dirty="0" err="1"/>
              <a:t>сформирован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docs/user_guide.md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1. Вход в систему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Пользовательский сценарий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Откройте</a:t>
            </a:r>
            <a:r>
              <a:rPr dirty="0"/>
              <a:t> в </a:t>
            </a:r>
            <a:r>
              <a:rPr dirty="0" err="1"/>
              <a:t>браузере</a:t>
            </a:r>
            <a:r>
              <a:rPr dirty="0"/>
              <a:t> http://localhost:5000.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Войдите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своей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записью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используйте</a:t>
            </a:r>
            <a:r>
              <a:rPr dirty="0"/>
              <a:t> </a:t>
            </a:r>
            <a:r>
              <a:rPr dirty="0" err="1"/>
              <a:t>регистрацию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знаний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админке</a:t>
            </a:r>
            <a:r>
              <a:rPr dirty="0"/>
              <a:t>, </a:t>
            </a:r>
            <a:r>
              <a:rPr dirty="0" err="1"/>
              <a:t>обратитесь</a:t>
            </a:r>
            <a:r>
              <a:rPr dirty="0"/>
              <a:t> к </a:t>
            </a:r>
            <a:r>
              <a:rPr dirty="0" err="1"/>
              <a:t>администратору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6676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2. Быстрый старт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Пользовательский сценарий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Нажмите кнопку «Новый чат».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Введите конкретный вопрос в поле сообщения.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Дождитесь ответа и проверьте блок источников.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Задавайте уточняющие вопросы в том же диалоге.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-new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611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3. Работа с ответом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Пользовательский сценарий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ответом</a:t>
            </a:r>
            <a:r>
              <a:rPr dirty="0"/>
              <a:t> </a:t>
            </a:r>
            <a:r>
              <a:rPr dirty="0" err="1"/>
              <a:t>отображаются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и </a:t>
            </a:r>
            <a:r>
              <a:rPr dirty="0" err="1"/>
              <a:t>цитаты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Оцените</a:t>
            </a:r>
            <a:r>
              <a:rPr dirty="0"/>
              <a:t>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кнопками</a:t>
            </a:r>
            <a:r>
              <a:rPr dirty="0"/>
              <a:t> «</a:t>
            </a:r>
            <a:r>
              <a:rPr dirty="0" err="1"/>
              <a:t>Полезно</a:t>
            </a:r>
            <a:r>
              <a:rPr dirty="0"/>
              <a:t>» </a:t>
            </a:r>
            <a:r>
              <a:rPr dirty="0" err="1"/>
              <a:t>или</a:t>
            </a:r>
            <a:r>
              <a:rPr dirty="0"/>
              <a:t> «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».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неточный</a:t>
            </a:r>
            <a:r>
              <a:rPr dirty="0"/>
              <a:t>, </a:t>
            </a:r>
            <a:r>
              <a:rPr dirty="0" err="1"/>
              <a:t>уточните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проверьте</a:t>
            </a:r>
            <a:r>
              <a:rPr dirty="0"/>
              <a:t> </a:t>
            </a:r>
            <a:r>
              <a:rPr dirty="0" err="1"/>
              <a:t>наличие</a:t>
            </a:r>
            <a:r>
              <a:rPr dirty="0"/>
              <a:t> </a:t>
            </a:r>
            <a:r>
              <a:rPr dirty="0" err="1"/>
              <a:t>документа</a:t>
            </a:r>
            <a:r>
              <a:rPr dirty="0"/>
              <a:t> в </a:t>
            </a:r>
            <a:r>
              <a:rPr dirty="0" err="1"/>
              <a:t>базе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-answer-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2231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4. Работа с чатами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Пользовательский сценарий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История диалогов сохраняется автоматически.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Можно создавать, переименовывать и удалять чаты.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Через список слева удобно возвращаться к предыдущим вопросам.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-cha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2866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5. Как формулировать запрос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Практика вопросов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120640" cy="452628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444752"/>
            <a:ext cx="43891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7C5A22"/>
                </a:solidFill>
              </a:defRPr>
            </a:pPr>
            <a:r>
              <a:t>Хороший запрос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Содержит контекст: что именно нужно сделать.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Уточняет роль, систему или подразделение.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Не слишком общий и не требует угадывать детали.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77639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211D"/>
                </a:solidFill>
              </a:defRPr>
            </a:pPr>
            <a:r>
              <a:t>Примеры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34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25211D"/>
                </a:solidFill>
              </a:defRPr>
            </a:pPr>
            <a:r>
              <a:t>Как настроить принтер на ТСД для сотрудника склада?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25211D"/>
                </a:solidFill>
              </a:defRPr>
            </a:pPr>
            <a:r>
              <a:t>Какие шаги нужны для переиндексации базы знаний?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43000"/>
            <a:ext cx="4434840" cy="452628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444752"/>
            <a:ext cx="3840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7C5A22"/>
                </a:solidFill>
              </a:defRPr>
            </a:pPr>
            <a:r>
              <a:t>Совет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3794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Если ответ слабый, добавьте название процесса, документа или системы.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Для инструкций просите формат «по шагам».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Проверяйте источники перед использованием ответа в работе.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6. Загрузка и обновление документов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Администратор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Раздел доступен пользователям с ролью admin.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Загрузите файл и проверьте предпросмотр.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Запустите переиндексацию базы знаний.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Проверьте ответы на контрольные вопросы.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-documents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2866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7. Админ-диагностика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Администратор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420624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611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Проверяйте доступность сервера LLM и состояние ChromaDB.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Следите за активными моделями и настройками RAG.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25211D"/>
                </a:solidFill>
              </a:defRPr>
            </a:pPr>
            <a:r>
              <a:t>Используйте блок рисков качества для поиска устаревших документов и слабых ответов.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051560"/>
            <a:ext cx="6537960" cy="50749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-admi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54060"/>
            <a:ext cx="6080760" cy="38004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8. Частые проблемы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Поддержка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2412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43560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7C5A22"/>
                </a:solidFill>
              </a:defRPr>
            </a:pPr>
            <a:r>
              <a:t>Пустой или слабый ответ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19" y="1435608"/>
            <a:ext cx="6187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25211D"/>
                </a:solidFill>
              </a:defRPr>
            </a:pPr>
            <a:r>
              <a:rPr dirty="0" err="1"/>
              <a:t>Переформулируйте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точнее</a:t>
            </a:r>
            <a:r>
              <a:rPr dirty="0"/>
              <a:t> и </a:t>
            </a:r>
            <a:r>
              <a:rPr dirty="0" err="1"/>
              <a:t>проверьте</a:t>
            </a:r>
            <a:r>
              <a:rPr dirty="0"/>
              <a:t>,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документ</a:t>
            </a:r>
            <a:r>
              <a:rPr dirty="0"/>
              <a:t> в </a:t>
            </a:r>
            <a:r>
              <a:rPr dirty="0" err="1"/>
              <a:t>базе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2412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94436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7C5A22"/>
                </a:solidFill>
              </a:defRPr>
            </a:pPr>
            <a:r>
              <a:t>Нет доступа к документам или админке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6248" y="2944368"/>
            <a:ext cx="5302232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0">
                <a:solidFill>
                  <a:srgbClr val="25211D"/>
                </a:solidFill>
              </a:defRPr>
            </a:pPr>
            <a:r>
              <a:t>Проверьте, что вход выполнен под учетной записью с ролью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51960"/>
            <a:ext cx="10241280" cy="114300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453128"/>
            <a:ext cx="3474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7C5A22"/>
                </a:solidFill>
              </a:defRPr>
            </a:pPr>
            <a:r>
              <a:t>Система отвечает ошибкой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453128"/>
            <a:ext cx="5542864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0">
                <a:solidFill>
                  <a:srgbClr val="25211D"/>
                </a:solidFill>
              </a:defRPr>
            </a:pPr>
            <a:r>
              <a:rPr dirty="0" err="1"/>
              <a:t>Повторите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повторяется</a:t>
            </a:r>
            <a:r>
              <a:rPr dirty="0"/>
              <a:t>, </a:t>
            </a:r>
            <a:r>
              <a:rPr dirty="0" err="1"/>
              <a:t>передайте</a:t>
            </a:r>
            <a:r>
              <a:rPr dirty="0"/>
              <a:t> </a:t>
            </a:r>
            <a:endParaRPr lang="ru-RU" dirty="0"/>
          </a:p>
          <a:p>
            <a:pPr>
              <a:defRPr sz="1600" b="0">
                <a:solidFill>
                  <a:srgbClr val="25211D"/>
                </a:solidFill>
              </a:defRPr>
            </a:pP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и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5211D"/>
                </a:solidFill>
              </a:defRPr>
            </a:pPr>
            <a:r>
              <a:t>9. Короткий чек-лист пользователя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09760" y="320040"/>
            <a:ext cx="2057400" cy="384048"/>
          </a:xfrm>
          <a:prstGeom prst="roundRect">
            <a:avLst/>
          </a:prstGeom>
          <a:solidFill>
            <a:srgbClr val="F5EAD7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C5A22"/>
                </a:solidFill>
              </a:defRPr>
            </a:pPr>
            <a:r>
              <a:t>Итог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143000"/>
            <a:ext cx="347472" cy="347472"/>
          </a:xfrm>
          <a:prstGeom prst="ellipse">
            <a:avLst/>
          </a:prstGeom>
          <a:solidFill>
            <a:srgbClr val="7C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97864" y="1165860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124712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0">
                <a:solidFill>
                  <a:srgbClr val="25211D"/>
                </a:solidFill>
              </a:defRPr>
            </a:pPr>
            <a:r>
              <a:t>Я вошел в нужную учетную запись.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1965960"/>
            <a:ext cx="347472" cy="347472"/>
          </a:xfrm>
          <a:prstGeom prst="ellipse">
            <a:avLst/>
          </a:prstGeom>
          <a:solidFill>
            <a:srgbClr val="7C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1988819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47672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0">
                <a:solidFill>
                  <a:srgbClr val="25211D"/>
                </a:solidFill>
              </a:defRPr>
            </a:pPr>
            <a:r>
              <a:t>Задаю конкретные вопросы.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788920"/>
            <a:ext cx="347472" cy="347472"/>
          </a:xfrm>
          <a:prstGeom prst="ellipse">
            <a:avLst/>
          </a:prstGeom>
          <a:solidFill>
            <a:srgbClr val="7C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4" y="2811779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70632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0">
                <a:solidFill>
                  <a:srgbClr val="25211D"/>
                </a:solidFill>
              </a:defRPr>
            </a:pPr>
            <a:r>
              <a:t>Проверяю источники и цитаты.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611880"/>
            <a:ext cx="347472" cy="347472"/>
          </a:xfrm>
          <a:prstGeom prst="ellipse">
            <a:avLst/>
          </a:prstGeom>
          <a:solidFill>
            <a:srgbClr val="7C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3634740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93592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0">
                <a:solidFill>
                  <a:srgbClr val="25211D"/>
                </a:solidFill>
              </a:defRPr>
            </a:pPr>
            <a:r>
              <a:t>Оцениваю качество ответа.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4434840"/>
            <a:ext cx="347472" cy="347472"/>
          </a:xfrm>
          <a:prstGeom prst="ellipse">
            <a:avLst/>
          </a:prstGeom>
          <a:solidFill>
            <a:srgbClr val="7C5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97864" y="4457700"/>
            <a:ext cx="228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16552"/>
            <a:ext cx="804672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0">
                <a:solidFill>
                  <a:srgbClr val="25211D"/>
                </a:solidFill>
              </a:defRPr>
            </a:pPr>
            <a:r>
              <a:t>Сообщаю администратору о системных ошибках.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5166360"/>
            <a:ext cx="3429000" cy="731520"/>
          </a:xfrm>
          <a:prstGeom prst="roundRect">
            <a:avLst/>
          </a:prstGeom>
          <a:solidFill>
            <a:srgbClr val="FFFDF8"/>
          </a:solidFill>
          <a:ln>
            <a:solidFill>
              <a:srgbClr val="DE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5319673"/>
            <a:ext cx="28803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7C5A22"/>
                </a:solidFill>
              </a:defRPr>
            </a:pPr>
            <a:r>
              <a:rPr dirty="0" err="1"/>
              <a:t>Основное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: </a:t>
            </a:r>
            <a:r>
              <a:rPr dirty="0" err="1"/>
              <a:t>задавайте</a:t>
            </a:r>
            <a:r>
              <a:rPr dirty="0"/>
              <a:t> </a:t>
            </a:r>
            <a:r>
              <a:rPr dirty="0" err="1"/>
              <a:t>конкретно</a:t>
            </a:r>
            <a:r>
              <a:rPr dirty="0"/>
              <a:t> и </a:t>
            </a:r>
            <a:r>
              <a:rPr dirty="0" err="1"/>
              <a:t>проверяйте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0">
                <a:solidFill>
                  <a:srgbClr val="71695F"/>
                </a:solidFill>
              </a:defRPr>
            </a:pPr>
            <a:r>
              <a:t>Источник: docs/user_guide.md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0972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7C5A22"/>
                </a:solidFill>
              </a:defRPr>
            </a:pPr>
            <a:r>
              <a:t>БочкарИИ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513</Words>
  <Application>Microsoft Office PowerPoint</Application>
  <PresentationFormat>Широкоэкранный</PresentationFormat>
  <Paragraphs>91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Сергей Зеленин</cp:lastModifiedBy>
  <cp:revision>4</cp:revision>
  <dcterms:created xsi:type="dcterms:W3CDTF">2013-01-27T09:14:16Z</dcterms:created>
  <dcterms:modified xsi:type="dcterms:W3CDTF">2026-05-02T16:11:09Z</dcterms:modified>
  <cp:category/>
</cp:coreProperties>
</file>